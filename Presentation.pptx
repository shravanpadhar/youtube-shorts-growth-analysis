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64251b5db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64251b5db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64251b5d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64251b5db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64251b5d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964251b5d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64251b5db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964251b5db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964251b5db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964251b5db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64251b5db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64251b5db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64251b5db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64251b5db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64251b5db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964251b5db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64251b5db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64251b5db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64251b5db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64251b5db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2"/>
            <a:ext cx="9144001" cy="5141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2"/>
            <a:ext cx="9144001" cy="5141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2"/>
            <a:ext cx="9144001" cy="5141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2"/>
            <a:ext cx="9144001" cy="5141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6850"/>
            <a:ext cx="9144001" cy="5062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2"/>
            <a:ext cx="9144001" cy="5141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2"/>
            <a:ext cx="9144001" cy="5141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 loging</dc:creator>
  <cp:lastModifiedBy>student loging</cp:lastModifiedBy>
  <cp:revision>2</cp:revision>
  <dcterms:modified xsi:type="dcterms:W3CDTF">2026-03-20T04:21:14Z</dcterms:modified>
</cp:coreProperties>
</file>